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54" d="100"/>
          <a:sy n="54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89E7-5E43-41F9-9123-0CB1F6FED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5A50936-1F44-40A7-83A2-703304A8D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D3F25E-5F94-449E-8C6D-8103D6EB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1DFCB5-8BCD-4F25-ABE5-BB67F8D8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3DA58F-F211-4457-AF5D-698022AA8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251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9F00F9-6E03-4998-AFE3-157B0657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2F677D-ED61-4BC8-836F-81BEFB1CF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B458CF-9EFA-4274-BFFC-45A39DEB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079B72-250A-4BE8-9D30-1D22FD50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846C1A-CD26-4D8D-A456-17C9A05D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252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CC43E4-B824-426D-819D-C2BCCCDA5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B9E9F1-6850-4652-AA64-5FDE527E6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44E812-8C11-4687-827E-8AEDEAA7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A43CD0-0079-4A1B-8F3C-1B68F15B0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5481DB-F305-43A8-BE0F-835BB440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519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817B32-D2F2-4146-8EAD-54A47D9B3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D33381-12BC-49BD-8CC6-C1A93B4DF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FA852D7-F512-403B-9F6E-59777F60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1D66BF6-055E-465D-8FCE-8F52B18A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93FC10-73E4-45E9-9103-93E8A9EE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C22D36-7752-4617-AE6A-8CD39F83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70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11BFF-27F0-412B-B8CB-62E014B0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8F95F0-659C-4C9F-AD1E-D319B712C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D52ACE-6D6A-4DF5-9533-6540E00D8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F9BB82D-492E-4182-9E4F-D3A04CAF7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AE17A56-7052-4267-9A28-D9F3E97FF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449106F-510E-40AF-89BD-F9B71BFC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DC163D1-FB0E-468C-B527-26BFA63D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81C128E-6215-4631-B135-F929E7DA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6291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E2CA2-4F4A-4143-852B-A5C6E697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FA77BC6-CC71-4FE8-AAC7-6A24D257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307191-E37B-4CE8-B176-DC3FF6459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6E5AB6-D6BA-4CF7-974F-FA56E220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29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844BA7-7A32-4EFD-9CEA-885219EA7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67DC4CA-6744-4661-8D6A-35CF1DBD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EE3572-8C01-4CA0-A2A3-6D3D51D7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539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2715C5-2C70-4925-AD6A-041F1BB9B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31FD28-82D7-4B46-AB76-48F24CE5C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C1A4244-4295-4EC7-8B33-BFF18CBC6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B13053-DA13-4B04-B260-E1EE5AA4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281671-ECF8-4CDA-B2BC-E5FAF6EF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C75B54-7C61-4309-A6DF-A74C26AD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277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191D81-9CCE-402A-9DF1-E5989677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428459E-9603-4A4A-BA31-CF7419FEF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FE27E3A-9819-49A3-8B3E-69B316265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7AC6EE-A821-4760-A35D-37D131A5F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585E77-5C52-4F8B-9B21-9909D7E3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8507F2-0140-4B7B-A728-F64844BD3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297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434A89-2B69-420A-9788-86ADAA47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04468EC-00A3-4D51-A597-368975CC0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C27020-857E-4DFD-A3CC-AB6FCF11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DC5462-F1DE-4FB1-9821-F8F2E9A50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18DF2F-86E1-4936-8217-F4EF5E34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2246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5564C6D-4020-494A-A544-2D97AD67D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868C9BA-50BE-4CC9-8457-29F272F2A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955E51-490E-416F-89C6-21A2581B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2BC9BF-9FDF-410D-90F8-EFB2B47C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A170B5-C05C-47F1-8612-1B506E0E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4072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04F06CC-17E2-47A4-B159-44F6587F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164181-D48E-434A-87E5-C5F1CF142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ABFE8-3660-4BBB-9D76-A35536AA8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0C9D6-BDF1-4A00-B02C-AFC58FA2C917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99F1B6-28B9-4456-9AD9-51E784826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44FC0C-26FA-41D3-AF69-1D43F8670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040A4-FA62-45CA-B35F-A663D14CB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4170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188EDE-D222-4237-BF40-55F5DCF3F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982319"/>
              </p:ext>
            </p:extLst>
          </p:nvPr>
        </p:nvGraphicFramePr>
        <p:xfrm>
          <a:off x="717442" y="391073"/>
          <a:ext cx="3802764" cy="4435572"/>
        </p:xfrm>
        <a:graphic>
          <a:graphicData uri="http://schemas.openxmlformats.org/drawingml/2006/table">
            <a:tbl>
              <a:tblPr/>
              <a:tblGrid>
                <a:gridCol w="543252">
                  <a:extLst>
                    <a:ext uri="{9D8B030D-6E8A-4147-A177-3AD203B41FA5}">
                      <a16:colId xmlns:a16="http://schemas.microsoft.com/office/drawing/2014/main" val="2258754901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2175233029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1657155861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2747086712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4190629629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1960694965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2154510017"/>
                    </a:ext>
                  </a:extLst>
                </a:gridCol>
              </a:tblGrid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610117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51337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680670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064861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069491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</a:t>
                      </a:r>
                      <a:endParaRPr 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915694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760433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69993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675879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356804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588227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lang="zh-TW" altLang="en-US" sz="1800">
                        <a:effectLst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94819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7457AA8-7527-4090-B650-CCB3CC22F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720754"/>
              </p:ext>
            </p:extLst>
          </p:nvPr>
        </p:nvGraphicFramePr>
        <p:xfrm>
          <a:off x="717442" y="5406176"/>
          <a:ext cx="3802764" cy="731520"/>
        </p:xfrm>
        <a:graphic>
          <a:graphicData uri="http://schemas.openxmlformats.org/drawingml/2006/table">
            <a:tbl>
              <a:tblPr/>
              <a:tblGrid>
                <a:gridCol w="543252">
                  <a:extLst>
                    <a:ext uri="{9D8B030D-6E8A-4147-A177-3AD203B41FA5}">
                      <a16:colId xmlns:a16="http://schemas.microsoft.com/office/drawing/2014/main" val="3356935477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3901174850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3242923167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1652655197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2204652214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4055058111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686257882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6820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zh-TW" alt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zh-TW" alt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zh-TW" alt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zh-TW" alt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zh-TW" alt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zh-TW" alt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zh-TW" alt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455065"/>
                  </a:ext>
                </a:extLst>
              </a:tr>
            </a:tbl>
          </a:graphicData>
        </a:graphic>
      </p:graphicFrame>
      <p:sp>
        <p:nvSpPr>
          <p:cNvPr id="9" name="橢圓 8">
            <a:extLst>
              <a:ext uri="{FF2B5EF4-FFF2-40B4-BE49-F238E27FC236}">
                <a16:creationId xmlns:a16="http://schemas.microsoft.com/office/drawing/2014/main" id="{235DD97F-C19F-4EE4-89A3-B5DB31A7FC9F}"/>
              </a:ext>
            </a:extLst>
          </p:cNvPr>
          <p:cNvSpPr>
            <a:spLocks noChangeAspect="1"/>
          </p:cNvSpPr>
          <p:nvPr/>
        </p:nvSpPr>
        <p:spPr>
          <a:xfrm>
            <a:off x="4968240" y="125984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F2CD7C99-E601-41F1-AE38-E415A317B2F0}"/>
              </a:ext>
            </a:extLst>
          </p:cNvPr>
          <p:cNvSpPr>
            <a:spLocks noChangeAspect="1"/>
          </p:cNvSpPr>
          <p:nvPr/>
        </p:nvSpPr>
        <p:spPr>
          <a:xfrm>
            <a:off x="6908800" y="125984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C</a:t>
            </a:r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437ED38-7C64-4FCB-9339-19FB9095A29D}"/>
              </a:ext>
            </a:extLst>
          </p:cNvPr>
          <p:cNvSpPr>
            <a:spLocks noChangeAspect="1"/>
          </p:cNvSpPr>
          <p:nvPr/>
        </p:nvSpPr>
        <p:spPr>
          <a:xfrm>
            <a:off x="5984240" y="251968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D</a:t>
            </a:r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2CD8935-6AE2-4528-A151-82AFEED33739}"/>
              </a:ext>
            </a:extLst>
          </p:cNvPr>
          <p:cNvSpPr>
            <a:spLocks noChangeAspect="1"/>
          </p:cNvSpPr>
          <p:nvPr/>
        </p:nvSpPr>
        <p:spPr>
          <a:xfrm>
            <a:off x="5984240" y="12192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B</a:t>
            </a:r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B34CF2E-22DD-416E-ACA9-7CE9FB83F1C7}"/>
              </a:ext>
            </a:extLst>
          </p:cNvPr>
          <p:cNvSpPr>
            <a:spLocks noChangeAspect="1"/>
          </p:cNvSpPr>
          <p:nvPr/>
        </p:nvSpPr>
        <p:spPr>
          <a:xfrm>
            <a:off x="8961120" y="125984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G</a:t>
            </a:r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154DD1DA-BEBA-429E-9164-89DA61A6A2AC}"/>
              </a:ext>
            </a:extLst>
          </p:cNvPr>
          <p:cNvSpPr>
            <a:spLocks noChangeAspect="1"/>
          </p:cNvSpPr>
          <p:nvPr/>
        </p:nvSpPr>
        <p:spPr>
          <a:xfrm>
            <a:off x="8036560" y="251968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F</a:t>
            </a:r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67B24EC1-E4AE-47C9-9BD0-D0B99E4720F2}"/>
              </a:ext>
            </a:extLst>
          </p:cNvPr>
          <p:cNvSpPr>
            <a:spLocks noChangeAspect="1"/>
          </p:cNvSpPr>
          <p:nvPr/>
        </p:nvSpPr>
        <p:spPr>
          <a:xfrm>
            <a:off x="8036560" y="12192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E</a:t>
            </a:r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C9AAF57-3A33-480A-89FD-B2CB71A1ACD5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5688240" y="1619840"/>
            <a:ext cx="1220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0A6A6B3F-397D-4519-A892-B158380CA713}"/>
              </a:ext>
            </a:extLst>
          </p:cNvPr>
          <p:cNvCxnSpPr>
            <a:cxnSpLocks/>
            <a:stCxn id="9" idx="7"/>
            <a:endCxn id="12" idx="3"/>
          </p:cNvCxnSpPr>
          <p:nvPr/>
        </p:nvCxnSpPr>
        <p:spPr>
          <a:xfrm flipV="1">
            <a:off x="5582798" y="736478"/>
            <a:ext cx="506884" cy="62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5BD4F1DF-3102-42DE-ABE4-9E9B205B94E4}"/>
              </a:ext>
            </a:extLst>
          </p:cNvPr>
          <p:cNvCxnSpPr>
            <a:cxnSpLocks/>
            <a:stCxn id="9" idx="5"/>
            <a:endCxn id="11" idx="1"/>
          </p:cNvCxnSpPr>
          <p:nvPr/>
        </p:nvCxnSpPr>
        <p:spPr>
          <a:xfrm>
            <a:off x="5582798" y="1874398"/>
            <a:ext cx="506884" cy="750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66FE514A-2368-4C74-93E5-D5D04A287BB0}"/>
              </a:ext>
            </a:extLst>
          </p:cNvPr>
          <p:cNvCxnSpPr>
            <a:cxnSpLocks/>
            <a:stCxn id="11" idx="7"/>
            <a:endCxn id="10" idx="3"/>
          </p:cNvCxnSpPr>
          <p:nvPr/>
        </p:nvCxnSpPr>
        <p:spPr>
          <a:xfrm flipV="1">
            <a:off x="6598798" y="1874398"/>
            <a:ext cx="415444" cy="750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F4A90E49-A424-451B-ACCA-E77342CBDDD1}"/>
              </a:ext>
            </a:extLst>
          </p:cNvPr>
          <p:cNvCxnSpPr>
            <a:cxnSpLocks/>
            <a:stCxn id="12" idx="5"/>
            <a:endCxn id="10" idx="1"/>
          </p:cNvCxnSpPr>
          <p:nvPr/>
        </p:nvCxnSpPr>
        <p:spPr>
          <a:xfrm>
            <a:off x="6598798" y="736478"/>
            <a:ext cx="415444" cy="62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68805B87-CD24-4765-9E5C-B9F77424CF19}"/>
              </a:ext>
            </a:extLst>
          </p:cNvPr>
          <p:cNvCxnSpPr>
            <a:cxnSpLocks/>
            <a:stCxn id="15" idx="7"/>
            <a:endCxn id="14" idx="3"/>
          </p:cNvCxnSpPr>
          <p:nvPr/>
        </p:nvCxnSpPr>
        <p:spPr>
          <a:xfrm flipV="1">
            <a:off x="8651118" y="1874398"/>
            <a:ext cx="415444" cy="750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63884BF6-D8A3-47B6-99DF-1EDBE834F326}"/>
              </a:ext>
            </a:extLst>
          </p:cNvPr>
          <p:cNvCxnSpPr>
            <a:cxnSpLocks/>
            <a:stCxn id="10" idx="7"/>
            <a:endCxn id="16" idx="3"/>
          </p:cNvCxnSpPr>
          <p:nvPr/>
        </p:nvCxnSpPr>
        <p:spPr>
          <a:xfrm flipV="1">
            <a:off x="7523358" y="736478"/>
            <a:ext cx="618644" cy="62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501F0505-89C7-414C-BD71-A56CC3D52004}"/>
              </a:ext>
            </a:extLst>
          </p:cNvPr>
          <p:cNvCxnSpPr>
            <a:cxnSpLocks/>
            <a:stCxn id="10" idx="5"/>
            <a:endCxn id="15" idx="1"/>
          </p:cNvCxnSpPr>
          <p:nvPr/>
        </p:nvCxnSpPr>
        <p:spPr>
          <a:xfrm>
            <a:off x="7523358" y="1874398"/>
            <a:ext cx="618644" cy="750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AD923FD5-B015-474F-941B-3042EE8336AD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6704240" y="2879680"/>
            <a:ext cx="1332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926D55C7-15E7-4A97-9310-E2B51350BDC8}"/>
              </a:ext>
            </a:extLst>
          </p:cNvPr>
          <p:cNvCxnSpPr>
            <a:cxnSpLocks/>
            <a:stCxn id="15" idx="0"/>
            <a:endCxn id="16" idx="4"/>
          </p:cNvCxnSpPr>
          <p:nvPr/>
        </p:nvCxnSpPr>
        <p:spPr>
          <a:xfrm flipV="1">
            <a:off x="8396560" y="841920"/>
            <a:ext cx="0" cy="1677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3174138B-738C-4AE3-B020-55163DFD1F90}"/>
              </a:ext>
            </a:extLst>
          </p:cNvPr>
          <p:cNvCxnSpPr>
            <a:cxnSpLocks/>
            <a:stCxn id="16" idx="5"/>
            <a:endCxn id="14" idx="1"/>
          </p:cNvCxnSpPr>
          <p:nvPr/>
        </p:nvCxnSpPr>
        <p:spPr>
          <a:xfrm>
            <a:off x="8651118" y="736478"/>
            <a:ext cx="415444" cy="62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95E749EF-5F89-4AC3-B438-87F927E7BAF2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6704240" y="481920"/>
            <a:ext cx="1332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425EDF2F-C1D9-4E37-A588-F552B2178239}"/>
              </a:ext>
            </a:extLst>
          </p:cNvPr>
          <p:cNvSpPr/>
          <p:nvPr/>
        </p:nvSpPr>
        <p:spPr>
          <a:xfrm>
            <a:off x="5475124" y="72000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864D611-2C85-414A-BC8A-5B8503A3FA14}"/>
              </a:ext>
            </a:extLst>
          </p:cNvPr>
          <p:cNvSpPr/>
          <p:nvPr/>
        </p:nvSpPr>
        <p:spPr>
          <a:xfrm>
            <a:off x="5499661" y="2217761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C0BC730-D5B7-4730-AD17-30C5C6AED943}"/>
              </a:ext>
            </a:extLst>
          </p:cNvPr>
          <p:cNvSpPr/>
          <p:nvPr/>
        </p:nvSpPr>
        <p:spPr>
          <a:xfrm>
            <a:off x="6105637" y="120712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E5AD77F-CF1C-46B8-81B1-C456F4296340}"/>
              </a:ext>
            </a:extLst>
          </p:cNvPr>
          <p:cNvSpPr/>
          <p:nvPr/>
        </p:nvSpPr>
        <p:spPr>
          <a:xfrm>
            <a:off x="6863639" y="72000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2823AD3-BE9B-461B-9C77-E30B7E5B30AF}"/>
              </a:ext>
            </a:extLst>
          </p:cNvPr>
          <p:cNvSpPr/>
          <p:nvPr/>
        </p:nvSpPr>
        <p:spPr>
          <a:xfrm>
            <a:off x="7518839" y="2231837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6188D18-EB22-4126-B9E7-8D6ED6E26B0E}"/>
              </a:ext>
            </a:extLst>
          </p:cNvPr>
          <p:cNvSpPr/>
          <p:nvPr/>
        </p:nvSpPr>
        <p:spPr>
          <a:xfrm>
            <a:off x="7217442" y="2976343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581FEAD-EEF5-4346-903A-B13822D67C50}"/>
              </a:ext>
            </a:extLst>
          </p:cNvPr>
          <p:cNvSpPr/>
          <p:nvPr/>
        </p:nvSpPr>
        <p:spPr>
          <a:xfrm>
            <a:off x="8076834" y="1548937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8469B05-57F0-407D-907E-2EE97AB9CD8E}"/>
              </a:ext>
            </a:extLst>
          </p:cNvPr>
          <p:cNvSpPr/>
          <p:nvPr/>
        </p:nvSpPr>
        <p:spPr>
          <a:xfrm>
            <a:off x="7552479" y="716185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21A95F0-EFD7-46AA-B3D6-A5225400F808}"/>
              </a:ext>
            </a:extLst>
          </p:cNvPr>
          <p:cNvSpPr/>
          <p:nvPr/>
        </p:nvSpPr>
        <p:spPr>
          <a:xfrm>
            <a:off x="7214780" y="10255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7</a:t>
            </a:r>
            <a:endParaRPr lang="zh-TW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98EFDC7-62E7-4673-B973-08C57E0828A6}"/>
              </a:ext>
            </a:extLst>
          </p:cNvPr>
          <p:cNvSpPr/>
          <p:nvPr/>
        </p:nvSpPr>
        <p:spPr>
          <a:xfrm>
            <a:off x="8961120" y="224976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8</a:t>
            </a:r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27FC5F1-C7E2-40EE-A210-2B047C324C85}"/>
              </a:ext>
            </a:extLst>
          </p:cNvPr>
          <p:cNvSpPr/>
          <p:nvPr/>
        </p:nvSpPr>
        <p:spPr>
          <a:xfrm>
            <a:off x="8983492" y="675518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FB38FC1-79D9-4312-86A5-F76C4A20B76E}"/>
              </a:ext>
            </a:extLst>
          </p:cNvPr>
          <p:cNvSpPr/>
          <p:nvPr/>
        </p:nvSpPr>
        <p:spPr>
          <a:xfrm>
            <a:off x="6849517" y="224976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2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59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188EDE-D222-4237-BF40-55F5DCF3F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947301"/>
              </p:ext>
            </p:extLst>
          </p:nvPr>
        </p:nvGraphicFramePr>
        <p:xfrm>
          <a:off x="717442" y="391073"/>
          <a:ext cx="3802764" cy="3159424"/>
        </p:xfrm>
        <a:graphic>
          <a:graphicData uri="http://schemas.openxmlformats.org/drawingml/2006/table">
            <a:tbl>
              <a:tblPr/>
              <a:tblGrid>
                <a:gridCol w="543252">
                  <a:extLst>
                    <a:ext uri="{9D8B030D-6E8A-4147-A177-3AD203B41FA5}">
                      <a16:colId xmlns:a16="http://schemas.microsoft.com/office/drawing/2014/main" val="2258754901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2175233029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1657155861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2747086712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4190629629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1960694965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2154510017"/>
                    </a:ext>
                  </a:extLst>
                </a:gridCol>
              </a:tblGrid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610117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  <a:endParaRPr 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51337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680670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064861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069491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</a:t>
                      </a: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915694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760433"/>
                  </a:ext>
                </a:extLst>
              </a:tr>
              <a:tr h="3696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zh-TW" altLang="en-US" sz="16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544" marR="75544" marT="75544" marB="75544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6999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7457AA8-7527-4090-B650-CCB3CC22F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902005"/>
              </p:ext>
            </p:extLst>
          </p:nvPr>
        </p:nvGraphicFramePr>
        <p:xfrm>
          <a:off x="717442" y="3959039"/>
          <a:ext cx="3802764" cy="792480"/>
        </p:xfrm>
        <a:graphic>
          <a:graphicData uri="http://schemas.openxmlformats.org/drawingml/2006/table">
            <a:tbl>
              <a:tblPr/>
              <a:tblGrid>
                <a:gridCol w="543252">
                  <a:extLst>
                    <a:ext uri="{9D8B030D-6E8A-4147-A177-3AD203B41FA5}">
                      <a16:colId xmlns:a16="http://schemas.microsoft.com/office/drawing/2014/main" val="3356935477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3901174850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3242923167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1652655197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2204652214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4055058111"/>
                    </a:ext>
                  </a:extLst>
                </a:gridCol>
                <a:gridCol w="543252">
                  <a:extLst>
                    <a:ext uri="{9D8B030D-6E8A-4147-A177-3AD203B41FA5}">
                      <a16:colId xmlns:a16="http://schemas.microsoft.com/office/drawing/2014/main" val="686257882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6820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455065"/>
                  </a:ext>
                </a:extLst>
              </a:tr>
            </a:tbl>
          </a:graphicData>
        </a:graphic>
      </p:graphicFrame>
      <p:sp>
        <p:nvSpPr>
          <p:cNvPr id="9" name="橢圓 8">
            <a:extLst>
              <a:ext uri="{FF2B5EF4-FFF2-40B4-BE49-F238E27FC236}">
                <a16:creationId xmlns:a16="http://schemas.microsoft.com/office/drawing/2014/main" id="{235DD97F-C19F-4EE4-89A3-B5DB31A7FC9F}"/>
              </a:ext>
            </a:extLst>
          </p:cNvPr>
          <p:cNvSpPr>
            <a:spLocks noChangeAspect="1"/>
          </p:cNvSpPr>
          <p:nvPr/>
        </p:nvSpPr>
        <p:spPr>
          <a:xfrm>
            <a:off x="4968240" y="125984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F2CD7C99-E601-41F1-AE38-E415A317B2F0}"/>
              </a:ext>
            </a:extLst>
          </p:cNvPr>
          <p:cNvSpPr>
            <a:spLocks noChangeAspect="1"/>
          </p:cNvSpPr>
          <p:nvPr/>
        </p:nvSpPr>
        <p:spPr>
          <a:xfrm>
            <a:off x="6908800" y="125984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C</a:t>
            </a:r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437ED38-7C64-4FCB-9339-19FB9095A29D}"/>
              </a:ext>
            </a:extLst>
          </p:cNvPr>
          <p:cNvSpPr>
            <a:spLocks noChangeAspect="1"/>
          </p:cNvSpPr>
          <p:nvPr/>
        </p:nvSpPr>
        <p:spPr>
          <a:xfrm>
            <a:off x="5984240" y="251968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D</a:t>
            </a:r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2CD8935-6AE2-4528-A151-82AFEED33739}"/>
              </a:ext>
            </a:extLst>
          </p:cNvPr>
          <p:cNvSpPr>
            <a:spLocks noChangeAspect="1"/>
          </p:cNvSpPr>
          <p:nvPr/>
        </p:nvSpPr>
        <p:spPr>
          <a:xfrm>
            <a:off x="5984240" y="12192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B</a:t>
            </a:r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B34CF2E-22DD-416E-ACA9-7CE9FB83F1C7}"/>
              </a:ext>
            </a:extLst>
          </p:cNvPr>
          <p:cNvSpPr>
            <a:spLocks noChangeAspect="1"/>
          </p:cNvSpPr>
          <p:nvPr/>
        </p:nvSpPr>
        <p:spPr>
          <a:xfrm>
            <a:off x="8961120" y="125984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G</a:t>
            </a:r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154DD1DA-BEBA-429E-9164-89DA61A6A2AC}"/>
              </a:ext>
            </a:extLst>
          </p:cNvPr>
          <p:cNvSpPr>
            <a:spLocks noChangeAspect="1"/>
          </p:cNvSpPr>
          <p:nvPr/>
        </p:nvSpPr>
        <p:spPr>
          <a:xfrm>
            <a:off x="8036560" y="251968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F</a:t>
            </a:r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67B24EC1-E4AE-47C9-9BD0-D0B99E4720F2}"/>
              </a:ext>
            </a:extLst>
          </p:cNvPr>
          <p:cNvSpPr>
            <a:spLocks noChangeAspect="1"/>
          </p:cNvSpPr>
          <p:nvPr/>
        </p:nvSpPr>
        <p:spPr>
          <a:xfrm>
            <a:off x="8036560" y="121920"/>
            <a:ext cx="720000" cy="72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E</a:t>
            </a:r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C9AAF57-3A33-480A-89FD-B2CB71A1ACD5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5688240" y="1619840"/>
            <a:ext cx="1220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0A6A6B3F-397D-4519-A892-B158380CA713}"/>
              </a:ext>
            </a:extLst>
          </p:cNvPr>
          <p:cNvCxnSpPr>
            <a:cxnSpLocks/>
            <a:stCxn id="9" idx="7"/>
            <a:endCxn id="12" idx="3"/>
          </p:cNvCxnSpPr>
          <p:nvPr/>
        </p:nvCxnSpPr>
        <p:spPr>
          <a:xfrm flipV="1">
            <a:off x="5582798" y="736478"/>
            <a:ext cx="506884" cy="62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5BD4F1DF-3102-42DE-ABE4-9E9B205B94E4}"/>
              </a:ext>
            </a:extLst>
          </p:cNvPr>
          <p:cNvCxnSpPr>
            <a:cxnSpLocks/>
            <a:stCxn id="9" idx="5"/>
            <a:endCxn id="11" idx="1"/>
          </p:cNvCxnSpPr>
          <p:nvPr/>
        </p:nvCxnSpPr>
        <p:spPr>
          <a:xfrm>
            <a:off x="5582798" y="1874398"/>
            <a:ext cx="506884" cy="750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66FE514A-2368-4C74-93E5-D5D04A287BB0}"/>
              </a:ext>
            </a:extLst>
          </p:cNvPr>
          <p:cNvCxnSpPr>
            <a:cxnSpLocks/>
            <a:stCxn id="11" idx="7"/>
            <a:endCxn id="10" idx="3"/>
          </p:cNvCxnSpPr>
          <p:nvPr/>
        </p:nvCxnSpPr>
        <p:spPr>
          <a:xfrm flipV="1">
            <a:off x="6598798" y="1874398"/>
            <a:ext cx="415444" cy="750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F4A90E49-A424-451B-ACCA-E77342CBDDD1}"/>
              </a:ext>
            </a:extLst>
          </p:cNvPr>
          <p:cNvCxnSpPr>
            <a:cxnSpLocks/>
            <a:stCxn id="12" idx="5"/>
            <a:endCxn id="10" idx="1"/>
          </p:cNvCxnSpPr>
          <p:nvPr/>
        </p:nvCxnSpPr>
        <p:spPr>
          <a:xfrm>
            <a:off x="6598798" y="736478"/>
            <a:ext cx="415444" cy="62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68805B87-CD24-4765-9E5C-B9F77424CF19}"/>
              </a:ext>
            </a:extLst>
          </p:cNvPr>
          <p:cNvCxnSpPr>
            <a:cxnSpLocks/>
            <a:stCxn id="15" idx="7"/>
            <a:endCxn id="14" idx="3"/>
          </p:cNvCxnSpPr>
          <p:nvPr/>
        </p:nvCxnSpPr>
        <p:spPr>
          <a:xfrm flipV="1">
            <a:off x="8651118" y="1874398"/>
            <a:ext cx="415444" cy="750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63884BF6-D8A3-47B6-99DF-1EDBE834F326}"/>
              </a:ext>
            </a:extLst>
          </p:cNvPr>
          <p:cNvCxnSpPr>
            <a:cxnSpLocks/>
            <a:stCxn id="10" idx="7"/>
            <a:endCxn id="16" idx="3"/>
          </p:cNvCxnSpPr>
          <p:nvPr/>
        </p:nvCxnSpPr>
        <p:spPr>
          <a:xfrm flipV="1">
            <a:off x="7523358" y="736478"/>
            <a:ext cx="618644" cy="62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501F0505-89C7-414C-BD71-A56CC3D52004}"/>
              </a:ext>
            </a:extLst>
          </p:cNvPr>
          <p:cNvCxnSpPr>
            <a:cxnSpLocks/>
            <a:stCxn id="10" idx="5"/>
            <a:endCxn id="15" idx="1"/>
          </p:cNvCxnSpPr>
          <p:nvPr/>
        </p:nvCxnSpPr>
        <p:spPr>
          <a:xfrm>
            <a:off x="7523358" y="1874398"/>
            <a:ext cx="618644" cy="750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AD923FD5-B015-474F-941B-3042EE8336AD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6704240" y="2879680"/>
            <a:ext cx="1332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926D55C7-15E7-4A97-9310-E2B51350BDC8}"/>
              </a:ext>
            </a:extLst>
          </p:cNvPr>
          <p:cNvCxnSpPr>
            <a:cxnSpLocks/>
            <a:stCxn id="15" idx="0"/>
            <a:endCxn id="16" idx="4"/>
          </p:cNvCxnSpPr>
          <p:nvPr/>
        </p:nvCxnSpPr>
        <p:spPr>
          <a:xfrm flipV="1">
            <a:off x="8396560" y="841920"/>
            <a:ext cx="0" cy="1677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3174138B-738C-4AE3-B020-55163DFD1F90}"/>
              </a:ext>
            </a:extLst>
          </p:cNvPr>
          <p:cNvCxnSpPr>
            <a:cxnSpLocks/>
            <a:stCxn id="16" idx="5"/>
            <a:endCxn id="14" idx="1"/>
          </p:cNvCxnSpPr>
          <p:nvPr/>
        </p:nvCxnSpPr>
        <p:spPr>
          <a:xfrm>
            <a:off x="8651118" y="736478"/>
            <a:ext cx="415444" cy="62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95E749EF-5F89-4AC3-B438-87F927E7BAF2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6704240" y="481920"/>
            <a:ext cx="1332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425EDF2F-C1D9-4E37-A588-F552B2178239}"/>
              </a:ext>
            </a:extLst>
          </p:cNvPr>
          <p:cNvSpPr/>
          <p:nvPr/>
        </p:nvSpPr>
        <p:spPr>
          <a:xfrm>
            <a:off x="5475124" y="72000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864D611-2C85-414A-BC8A-5B8503A3FA14}"/>
              </a:ext>
            </a:extLst>
          </p:cNvPr>
          <p:cNvSpPr/>
          <p:nvPr/>
        </p:nvSpPr>
        <p:spPr>
          <a:xfrm>
            <a:off x="5499661" y="2217761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C0BC730-D5B7-4730-AD17-30C5C6AED943}"/>
              </a:ext>
            </a:extLst>
          </p:cNvPr>
          <p:cNvSpPr/>
          <p:nvPr/>
        </p:nvSpPr>
        <p:spPr>
          <a:xfrm>
            <a:off x="6105637" y="120712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E5AD77F-CF1C-46B8-81B1-C456F4296340}"/>
              </a:ext>
            </a:extLst>
          </p:cNvPr>
          <p:cNvSpPr/>
          <p:nvPr/>
        </p:nvSpPr>
        <p:spPr>
          <a:xfrm>
            <a:off x="6863639" y="72000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2823AD3-BE9B-461B-9C77-E30B7E5B30AF}"/>
              </a:ext>
            </a:extLst>
          </p:cNvPr>
          <p:cNvSpPr/>
          <p:nvPr/>
        </p:nvSpPr>
        <p:spPr>
          <a:xfrm>
            <a:off x="7518839" y="2231837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6188D18-EB22-4126-B9E7-8D6ED6E26B0E}"/>
              </a:ext>
            </a:extLst>
          </p:cNvPr>
          <p:cNvSpPr/>
          <p:nvPr/>
        </p:nvSpPr>
        <p:spPr>
          <a:xfrm>
            <a:off x="7217442" y="2976343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581FEAD-EEF5-4346-903A-B13822D67C50}"/>
              </a:ext>
            </a:extLst>
          </p:cNvPr>
          <p:cNvSpPr/>
          <p:nvPr/>
        </p:nvSpPr>
        <p:spPr>
          <a:xfrm>
            <a:off x="8076834" y="1548937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8469B05-57F0-407D-907E-2EE97AB9CD8E}"/>
              </a:ext>
            </a:extLst>
          </p:cNvPr>
          <p:cNvSpPr/>
          <p:nvPr/>
        </p:nvSpPr>
        <p:spPr>
          <a:xfrm>
            <a:off x="7552479" y="716185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21A95F0-EFD7-46AA-B3D6-A5225400F808}"/>
              </a:ext>
            </a:extLst>
          </p:cNvPr>
          <p:cNvSpPr/>
          <p:nvPr/>
        </p:nvSpPr>
        <p:spPr>
          <a:xfrm>
            <a:off x="7214780" y="10255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7</a:t>
            </a:r>
            <a:endParaRPr lang="zh-TW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98EFDC7-62E7-4673-B973-08C57E0828A6}"/>
              </a:ext>
            </a:extLst>
          </p:cNvPr>
          <p:cNvSpPr/>
          <p:nvPr/>
        </p:nvSpPr>
        <p:spPr>
          <a:xfrm>
            <a:off x="8961120" y="224976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8</a:t>
            </a:r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27FC5F1-C7E2-40EE-A210-2B047C324C85}"/>
              </a:ext>
            </a:extLst>
          </p:cNvPr>
          <p:cNvSpPr/>
          <p:nvPr/>
        </p:nvSpPr>
        <p:spPr>
          <a:xfrm>
            <a:off x="8983492" y="675518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FB38FC1-79D9-4312-86A5-F76C4A20B76E}"/>
              </a:ext>
            </a:extLst>
          </p:cNvPr>
          <p:cNvSpPr/>
          <p:nvPr/>
        </p:nvSpPr>
        <p:spPr>
          <a:xfrm>
            <a:off x="6849517" y="2249760"/>
            <a:ext cx="279522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C979879-B98C-4632-B962-8114FF6ED113}"/>
              </a:ext>
            </a:extLst>
          </p:cNvPr>
          <p:cNvSpPr txBox="1"/>
          <p:nvPr/>
        </p:nvSpPr>
        <p:spPr>
          <a:xfrm>
            <a:off x="5868063" y="3429000"/>
            <a:ext cx="3734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visited[ row ] =  {0};</a:t>
            </a:r>
          </a:p>
          <a:p>
            <a:r>
              <a:rPr lang="en-US" altLang="zh-TW"/>
              <a:t>dist[ row ] = {0, inf, inf, inf, inf, inf, inf};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3310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0CF9E7-F193-4AA3-8641-B59BC9B94252}"/>
              </a:ext>
            </a:extLst>
          </p:cNvPr>
          <p:cNvSpPr/>
          <p:nvPr/>
        </p:nvSpPr>
        <p:spPr>
          <a:xfrm>
            <a:off x="3132814" y="699715"/>
            <a:ext cx="2289976" cy="458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開始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31A1784-B720-41D3-A873-AF3613FE53D4}"/>
              </a:ext>
            </a:extLst>
          </p:cNvPr>
          <p:cNvSpPr/>
          <p:nvPr/>
        </p:nvSpPr>
        <p:spPr>
          <a:xfrm>
            <a:off x="3132814" y="1726758"/>
            <a:ext cx="2289976" cy="458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初始值設定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D75AE76C-779D-4E0A-9AC4-F0C7F6A4797B}"/>
              </a:ext>
            </a:extLst>
          </p:cNvPr>
          <p:cNvCxnSpPr>
            <a:cxnSpLocks/>
            <a:stCxn id="2" idx="2"/>
            <a:endCxn id="37" idx="0"/>
          </p:cNvCxnSpPr>
          <p:nvPr/>
        </p:nvCxnSpPr>
        <p:spPr>
          <a:xfrm>
            <a:off x="4277802" y="1158240"/>
            <a:ext cx="0" cy="568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7A671F87-10C1-4DDB-BB5A-59289D03592B}"/>
              </a:ext>
            </a:extLst>
          </p:cNvPr>
          <p:cNvSpPr/>
          <p:nvPr/>
        </p:nvSpPr>
        <p:spPr>
          <a:xfrm>
            <a:off x="3132814" y="2770366"/>
            <a:ext cx="2289976" cy="458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70754233-D200-43BC-AA07-D43FE8BF553A}"/>
              </a:ext>
            </a:extLst>
          </p:cNvPr>
          <p:cNvCxnSpPr>
            <a:cxnSpLocks/>
            <a:stCxn id="37" idx="2"/>
            <a:endCxn id="44" idx="0"/>
          </p:cNvCxnSpPr>
          <p:nvPr/>
        </p:nvCxnSpPr>
        <p:spPr>
          <a:xfrm>
            <a:off x="4277802" y="2185283"/>
            <a:ext cx="0" cy="585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988C163B-EEAA-47D4-90E8-20A7092363A0}"/>
              </a:ext>
            </a:extLst>
          </p:cNvPr>
          <p:cNvSpPr txBox="1"/>
          <p:nvPr/>
        </p:nvSpPr>
        <p:spPr>
          <a:xfrm>
            <a:off x="5605670" y="1632854"/>
            <a:ext cx="37341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visited[ row ] =  {0};</a:t>
            </a:r>
          </a:p>
          <a:p>
            <a:r>
              <a:rPr lang="en-US" altLang="zh-TW"/>
              <a:t>dist[ row ] = {0, inf, inf, inf, inf, inf, inf};</a:t>
            </a:r>
          </a:p>
          <a:p>
            <a:r>
              <a:rPr lang="en-US" altLang="zh-TW"/>
              <a:t>char start = ‘A’;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091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273</Words>
  <Application>Microsoft Office PowerPoint</Application>
  <PresentationFormat>寬螢幕</PresentationFormat>
  <Paragraphs>213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建焜 黃</dc:creator>
  <cp:lastModifiedBy>建焜 黃</cp:lastModifiedBy>
  <cp:revision>6</cp:revision>
  <dcterms:created xsi:type="dcterms:W3CDTF">2026-07-25T05:52:29Z</dcterms:created>
  <dcterms:modified xsi:type="dcterms:W3CDTF">2026-07-25T07:39:42Z</dcterms:modified>
</cp:coreProperties>
</file>