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5" r:id="rId3"/>
    <p:sldId id="260" r:id="rId4"/>
    <p:sldId id="264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7EDE68-B9BD-4CA0-A287-2647E56B8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2B59E0D-5329-4D8C-8622-BD5EB9CE96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56E483-5289-4F21-BEE1-8A13418F6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28FF7-A8DE-4D0C-A3F2-C09A8563C210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D15A0AB-02D9-41C3-9B7B-9608C087D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F77F68-DAE5-4A46-B4BA-A2172007F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B899-BB91-4BD6-B447-EBF15237F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7327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A160C2-F4BE-4DC5-B7FF-F3ACD4087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91E471-D03E-4FC1-AA13-BAB7CA905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002C7A-538D-4096-A183-A51ED5549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28FF7-A8DE-4D0C-A3F2-C09A8563C210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8FD3E2-DBA1-4995-BB9A-2C7B3A562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641BC7-12A1-4162-A40A-4E5B21B15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B899-BB91-4BD6-B447-EBF15237F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4730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E8FA60-81D2-4A31-9908-B0C0A4B92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D3742C6-93CE-432B-B5CC-462FDF109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D69E155-DCE6-4979-BFE7-D4537806C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28FF7-A8DE-4D0C-A3F2-C09A8563C210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03FD71D-2153-4DAA-844E-9D0EFFACD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42317A-30DC-48EA-B19F-CFF1E87F3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B899-BB91-4BD6-B447-EBF15237F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7096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A22DA0-819B-49BB-8EB1-BB969A8FA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BA2BAD-D90C-42E1-9FF0-70E70269D2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42154CB-320A-471B-8C9C-3859DD157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1613562-AE8D-4C14-8E46-5C88B24B0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28FF7-A8DE-4D0C-A3F2-C09A8563C210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BF9C04E-E8C0-43E8-A94C-D9E36805D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71E4563-C43A-4731-BF70-926C4E86E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B899-BB91-4BD6-B447-EBF15237F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7120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C23446-02AC-48E5-AB71-EE1661E56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8FC0C5B-30F3-43D0-A73B-F60CBECAD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A2FBBA4-945C-4B8B-8B63-0D1B43123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7381733-394B-4CDD-B8A2-FDC7EA1938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C60CAE9-1EE2-4A74-B4FB-FFBB07725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1180561-B7D1-4C90-9A27-4C6B02486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28FF7-A8DE-4D0C-A3F2-C09A8563C210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9405F82-CDB3-4A6A-A208-77A49590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E0BBA95-5528-43E7-B260-B249C672F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B899-BB91-4BD6-B447-EBF15237F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6715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5F92EB-34CA-4C50-8BD2-319F51B83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2C4C045-FAD4-4996-B638-7C50B9BC3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28FF7-A8DE-4D0C-A3F2-C09A8563C210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061725F-2D52-497D-9D47-C8CD62C2B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48C9024-C2D3-48D0-990E-3F817C8DC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B899-BB91-4BD6-B447-EBF15237F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9698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3493BD6-4361-4D18-9BBF-BFB50C372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28FF7-A8DE-4D0C-A3F2-C09A8563C210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BA62034-57D7-41D5-A987-85618D3BF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ED7330-3B57-45EF-987D-EBF0925A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B899-BB91-4BD6-B447-EBF15237F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881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C63AF4-BB59-4330-A8D1-C255FD7B9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A66502-865B-4B99-9AC6-A5C28C629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9712462-F7E6-4DB5-A156-3F7553A8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E56549A-331F-4C1E-9211-2A0F5B1D0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28FF7-A8DE-4D0C-A3F2-C09A8563C210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23A29D5-72ED-4F22-A397-1C12E5C62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8C05E1C-BE7E-4E29-BF40-6DCE96068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B899-BB91-4BD6-B447-EBF15237F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0186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0E20BD-AFF0-4F62-8DDD-14BCF4794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EC604B6-1117-4D7B-9B65-BA60D1A0AF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A321748-D529-4726-B600-687317372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8811D1B-CD3D-478D-B854-1266C0461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28FF7-A8DE-4D0C-A3F2-C09A8563C210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3B6D1F5-5E85-438F-8BF9-62C481ECB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7949A64-2EF1-40E7-81F0-0366E272E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B899-BB91-4BD6-B447-EBF15237F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4553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0FDF91-C085-4415-85AB-E9D1E098A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25DC175-3BAB-472C-B7E2-A9093B44D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54F2C21-8A96-45A3-AD8D-434035BA1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28FF7-A8DE-4D0C-A3F2-C09A8563C210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0C37FED-0553-4EB9-8584-BAA2D948C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EDA031-88B1-4061-9C3A-4152D11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B899-BB91-4BD6-B447-EBF15237F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6083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F1134F9-835C-4323-AD2B-611E0B44DF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E4B77BE-A5A2-45B6-90F2-3511F2F73C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050D03-A731-42B2-AF3A-5F93C1A73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28FF7-A8DE-4D0C-A3F2-C09A8563C210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91691B-8AA3-42D2-9FE3-E22CDC0E6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CCE73B-E1C9-4050-B119-5743CF509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B899-BB91-4BD6-B447-EBF15237F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0265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AC28B51-B753-4D38-8F6A-4579282B3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E782DB-2974-420F-B5C8-416DA2993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8E6D17-0A99-47B6-AAD6-C882744A34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728FF7-A8DE-4D0C-A3F2-C09A8563C210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0D0A40-88B1-4488-9004-81261DC3AD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903F4F1-78F6-4EED-B0B4-33D6D83FCD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8B899-BB91-4BD6-B447-EBF15237F6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2807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3A5556D-2098-4DFE-822A-01042ADF100A}"/>
              </a:ext>
            </a:extLst>
          </p:cNvPr>
          <p:cNvSpPr txBox="1"/>
          <p:nvPr/>
        </p:nvSpPr>
        <p:spPr>
          <a:xfrm>
            <a:off x="1437894" y="972372"/>
            <a:ext cx="60944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>
                <a:solidFill>
                  <a:schemeClr val="bg1"/>
                </a:solidFill>
              </a:rPr>
              <a:t>歡迎進入維尼班表系統  </a:t>
            </a:r>
            <a:r>
              <a:rPr lang="en-US" altLang="zh-TW">
                <a:solidFill>
                  <a:schemeClr val="bg2">
                    <a:lumMod val="50000"/>
                  </a:schemeClr>
                </a:solidFill>
              </a:rPr>
              <a:t>v</a:t>
            </a:r>
            <a:r>
              <a:rPr lang="zh-TW" altLang="en-US">
                <a:solidFill>
                  <a:schemeClr val="bg2">
                    <a:lumMod val="50000"/>
                  </a:schemeClr>
                </a:solidFill>
              </a:rPr>
              <a:t>1.0</a:t>
            </a:r>
          </a:p>
          <a:p>
            <a:endParaRPr lang="zh-TW" altLang="en-US">
              <a:solidFill>
                <a:schemeClr val="bg1"/>
              </a:solidFill>
            </a:endParaRPr>
          </a:p>
          <a:p>
            <a:r>
              <a:rPr lang="zh-TW" altLang="en-US">
                <a:solidFill>
                  <a:schemeClr val="bg1"/>
                </a:solidFill>
              </a:rPr>
              <a:t>主選單：</a:t>
            </a:r>
            <a:endParaRPr lang="en-US" altLang="zh-TW">
              <a:solidFill>
                <a:schemeClr val="bg1"/>
              </a:solidFill>
            </a:endParaRPr>
          </a:p>
          <a:p>
            <a:endParaRPr lang="zh-TW" altLang="en-US">
              <a:solidFill>
                <a:schemeClr val="bg1"/>
              </a:solidFill>
            </a:endParaRPr>
          </a:p>
          <a:p>
            <a:r>
              <a:rPr lang="zh-TW" altLang="en-US"/>
              <a:t>  </a:t>
            </a:r>
            <a:r>
              <a:rPr lang="en-US" altLang="zh-TW"/>
              <a:t>&gt;</a:t>
            </a:r>
            <a:r>
              <a:rPr lang="zh-TW" altLang="en-US"/>
              <a:t> </a:t>
            </a:r>
            <a:r>
              <a:rPr lang="zh-TW" altLang="en-US">
                <a:solidFill>
                  <a:schemeClr val="bg1"/>
                </a:solidFill>
                <a:highlight>
                  <a:srgbClr val="0000FF"/>
                </a:highlight>
              </a:rPr>
              <a:t>快速生成下個月班表</a:t>
            </a:r>
          </a:p>
          <a:p>
            <a:r>
              <a:rPr lang="zh-TW" altLang="en-US">
                <a:solidFill>
                  <a:schemeClr val="bg2">
                    <a:lumMod val="50000"/>
                  </a:schemeClr>
                </a:solidFill>
              </a:rPr>
              <a:t>  </a:t>
            </a:r>
            <a:r>
              <a:rPr lang="en-US" altLang="zh-TW"/>
              <a:t>&gt;</a:t>
            </a:r>
            <a:r>
              <a:rPr lang="zh-TW" altLang="en-US">
                <a:solidFill>
                  <a:schemeClr val="bg2">
                    <a:lumMod val="50000"/>
                  </a:schemeClr>
                </a:solidFill>
              </a:rPr>
              <a:t> 請假系統</a:t>
            </a:r>
          </a:p>
          <a:p>
            <a:r>
              <a:rPr lang="zh-TW" altLang="en-US">
                <a:solidFill>
                  <a:schemeClr val="bg2">
                    <a:lumMod val="50000"/>
                  </a:schemeClr>
                </a:solidFill>
              </a:rPr>
              <a:t>  </a:t>
            </a:r>
            <a:r>
              <a:rPr lang="en-US" altLang="zh-TW"/>
              <a:t>&gt;</a:t>
            </a:r>
            <a:r>
              <a:rPr lang="zh-TW" altLang="en-US">
                <a:solidFill>
                  <a:schemeClr val="bg2">
                    <a:lumMod val="50000"/>
                  </a:schemeClr>
                </a:solidFill>
              </a:rPr>
              <a:t> 列印特定班表</a:t>
            </a:r>
          </a:p>
          <a:p>
            <a:r>
              <a:rPr lang="en-US" altLang="zh-TW">
                <a:solidFill>
                  <a:schemeClr val="bg2">
                    <a:lumMod val="50000"/>
                  </a:schemeClr>
                </a:solidFill>
              </a:rPr>
              <a:t>  </a:t>
            </a:r>
            <a:r>
              <a:rPr lang="en-US" altLang="zh-TW"/>
              <a:t>&gt;</a:t>
            </a:r>
            <a:r>
              <a:rPr lang="en-US" altLang="zh-TW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zh-TW" altLang="en-US">
                <a:solidFill>
                  <a:schemeClr val="bg2">
                    <a:lumMod val="50000"/>
                  </a:schemeClr>
                </a:solidFill>
              </a:rPr>
              <a:t>列印工時表</a:t>
            </a:r>
          </a:p>
          <a:p>
            <a:r>
              <a:rPr lang="zh-TW" altLang="en-US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zh-TW" altLang="en-US"/>
              <a:t> </a:t>
            </a:r>
            <a:r>
              <a:rPr lang="en-US" altLang="zh-TW"/>
              <a:t>&gt; </a:t>
            </a:r>
            <a:r>
              <a:rPr lang="zh-TW" altLang="en-US">
                <a:solidFill>
                  <a:schemeClr val="bg2">
                    <a:lumMod val="50000"/>
                  </a:schemeClr>
                </a:solidFill>
              </a:rPr>
              <a:t>輸出班表至csv檔</a:t>
            </a:r>
          </a:p>
          <a:p>
            <a:r>
              <a:rPr lang="en-US" altLang="zh-TW">
                <a:solidFill>
                  <a:schemeClr val="bg2">
                    <a:lumMod val="50000"/>
                  </a:schemeClr>
                </a:solidFill>
              </a:rPr>
              <a:t>  </a:t>
            </a:r>
            <a:r>
              <a:rPr lang="en-US" altLang="zh-TW"/>
              <a:t>&gt;</a:t>
            </a:r>
            <a:r>
              <a:rPr lang="en-US" altLang="zh-TW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zh-TW" altLang="en-US">
                <a:solidFill>
                  <a:schemeClr val="bg2">
                    <a:lumMod val="50000"/>
                  </a:schemeClr>
                </a:solidFill>
              </a:rPr>
              <a:t>結束</a:t>
            </a:r>
          </a:p>
          <a:p>
            <a:endParaRPr lang="zh-TW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708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3A5556D-2098-4DFE-822A-01042ADF100A}"/>
              </a:ext>
            </a:extLst>
          </p:cNvPr>
          <p:cNvSpPr txBox="1"/>
          <p:nvPr/>
        </p:nvSpPr>
        <p:spPr>
          <a:xfrm>
            <a:off x="1437894" y="972372"/>
            <a:ext cx="60944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>
                <a:solidFill>
                  <a:schemeClr val="bg1"/>
                </a:solidFill>
              </a:rPr>
              <a:t>歡迎進入維尼班表系統  </a:t>
            </a:r>
            <a:r>
              <a:rPr lang="en-US" altLang="zh-TW">
                <a:solidFill>
                  <a:schemeClr val="bg2">
                    <a:lumMod val="50000"/>
                  </a:schemeClr>
                </a:solidFill>
              </a:rPr>
              <a:t>v</a:t>
            </a:r>
            <a:r>
              <a:rPr lang="zh-TW" altLang="en-US">
                <a:solidFill>
                  <a:schemeClr val="bg2">
                    <a:lumMod val="50000"/>
                  </a:schemeClr>
                </a:solidFill>
              </a:rPr>
              <a:t>1.0</a:t>
            </a:r>
          </a:p>
          <a:p>
            <a:endParaRPr lang="zh-TW" altLang="en-US">
              <a:solidFill>
                <a:schemeClr val="bg1"/>
              </a:solidFill>
            </a:endParaRPr>
          </a:p>
          <a:p>
            <a:r>
              <a:rPr lang="zh-TW" altLang="en-US">
                <a:solidFill>
                  <a:schemeClr val="bg1"/>
                </a:solidFill>
              </a:rPr>
              <a:t>主選單：</a:t>
            </a:r>
            <a:endParaRPr lang="en-US" altLang="zh-TW">
              <a:solidFill>
                <a:schemeClr val="bg1"/>
              </a:solidFill>
            </a:endParaRPr>
          </a:p>
          <a:p>
            <a:endParaRPr lang="zh-TW" altLang="en-US">
              <a:solidFill>
                <a:schemeClr val="bg1"/>
              </a:solidFill>
            </a:endParaRPr>
          </a:p>
          <a:p>
            <a:r>
              <a:rPr lang="zh-TW" altLang="en-US"/>
              <a:t>  </a:t>
            </a:r>
            <a:r>
              <a:rPr lang="en-US" altLang="zh-TW"/>
              <a:t>&gt;</a:t>
            </a:r>
            <a:r>
              <a:rPr lang="zh-TW" altLang="en-US"/>
              <a:t> </a:t>
            </a:r>
            <a:r>
              <a:rPr lang="zh-TW" altLang="en-US">
                <a:solidFill>
                  <a:schemeClr val="bg2">
                    <a:lumMod val="50000"/>
                  </a:schemeClr>
                </a:solidFill>
              </a:rPr>
              <a:t>快速生成下個月班表</a:t>
            </a:r>
          </a:p>
          <a:p>
            <a:r>
              <a:rPr lang="zh-TW" altLang="en-US">
                <a:solidFill>
                  <a:schemeClr val="bg2">
                    <a:lumMod val="50000"/>
                  </a:schemeClr>
                </a:solidFill>
              </a:rPr>
              <a:t>  </a:t>
            </a:r>
            <a:r>
              <a:rPr lang="en-US" altLang="zh-TW"/>
              <a:t>&gt;</a:t>
            </a:r>
            <a:r>
              <a:rPr lang="zh-TW" altLang="en-US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zh-TW" altLang="en-US">
                <a:solidFill>
                  <a:schemeClr val="bg1"/>
                </a:solidFill>
                <a:highlight>
                  <a:srgbClr val="0000FF"/>
                </a:highlight>
              </a:rPr>
              <a:t>請假系統</a:t>
            </a:r>
          </a:p>
          <a:p>
            <a:r>
              <a:rPr lang="zh-TW" altLang="en-US">
                <a:solidFill>
                  <a:schemeClr val="bg2">
                    <a:lumMod val="50000"/>
                  </a:schemeClr>
                </a:solidFill>
              </a:rPr>
              <a:t>  </a:t>
            </a:r>
            <a:r>
              <a:rPr lang="en-US" altLang="zh-TW"/>
              <a:t>&gt;</a:t>
            </a:r>
            <a:r>
              <a:rPr lang="zh-TW" altLang="en-US">
                <a:solidFill>
                  <a:schemeClr val="bg2">
                    <a:lumMod val="50000"/>
                  </a:schemeClr>
                </a:solidFill>
              </a:rPr>
              <a:t> 列印特定班表</a:t>
            </a:r>
          </a:p>
          <a:p>
            <a:r>
              <a:rPr lang="en-US" altLang="zh-TW">
                <a:solidFill>
                  <a:schemeClr val="bg2">
                    <a:lumMod val="50000"/>
                  </a:schemeClr>
                </a:solidFill>
              </a:rPr>
              <a:t>  </a:t>
            </a:r>
            <a:r>
              <a:rPr lang="en-US" altLang="zh-TW"/>
              <a:t>&gt;</a:t>
            </a:r>
            <a:r>
              <a:rPr lang="en-US" altLang="zh-TW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zh-TW" altLang="en-US">
                <a:solidFill>
                  <a:schemeClr val="bg2">
                    <a:lumMod val="50000"/>
                  </a:schemeClr>
                </a:solidFill>
              </a:rPr>
              <a:t>列印工時表</a:t>
            </a:r>
          </a:p>
          <a:p>
            <a:r>
              <a:rPr lang="zh-TW" altLang="en-US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zh-TW" altLang="en-US"/>
              <a:t> </a:t>
            </a:r>
            <a:r>
              <a:rPr lang="en-US" altLang="zh-TW"/>
              <a:t>&gt; </a:t>
            </a:r>
            <a:r>
              <a:rPr lang="zh-TW" altLang="en-US">
                <a:solidFill>
                  <a:schemeClr val="bg2">
                    <a:lumMod val="50000"/>
                  </a:schemeClr>
                </a:solidFill>
              </a:rPr>
              <a:t>輸出班表至csv檔</a:t>
            </a:r>
          </a:p>
          <a:p>
            <a:r>
              <a:rPr lang="en-US" altLang="zh-TW">
                <a:solidFill>
                  <a:schemeClr val="bg2">
                    <a:lumMod val="50000"/>
                  </a:schemeClr>
                </a:solidFill>
              </a:rPr>
              <a:t>  </a:t>
            </a:r>
            <a:r>
              <a:rPr lang="en-US" altLang="zh-TW"/>
              <a:t>&gt;</a:t>
            </a:r>
            <a:r>
              <a:rPr lang="en-US" altLang="zh-TW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zh-TW" altLang="en-US">
                <a:solidFill>
                  <a:schemeClr val="bg2">
                    <a:lumMod val="50000"/>
                  </a:schemeClr>
                </a:solidFill>
              </a:rPr>
              <a:t>結束</a:t>
            </a:r>
          </a:p>
          <a:p>
            <a:endParaRPr lang="zh-TW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88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985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3656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3191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5923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504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102</Words>
  <Application>Microsoft Office PowerPoint</Application>
  <PresentationFormat>寬螢幕</PresentationFormat>
  <Paragraphs>20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建焜 黃</dc:creator>
  <cp:lastModifiedBy>建焜 黃</cp:lastModifiedBy>
  <cp:revision>3</cp:revision>
  <dcterms:created xsi:type="dcterms:W3CDTF">2026-10-14T02:39:28Z</dcterms:created>
  <dcterms:modified xsi:type="dcterms:W3CDTF">2026-10-14T03:09:56Z</dcterms:modified>
</cp:coreProperties>
</file>